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EF443-4C82-4778-8288-5A9CAFF11C39}" v="4" dt="2026-03-17T18:45:27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20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ya Jagtap" userId="5487c2ad-ecc8-463a-9183-041d8eae5eaa" providerId="ADAL" clId="{D919EFDB-08B5-47F3-90F0-B71A4B2C1725}"/>
    <pc:docChg chg="modSld">
      <pc:chgData name="Sandhya Jagtap" userId="5487c2ad-ecc8-463a-9183-041d8eae5eaa" providerId="ADAL" clId="{D919EFDB-08B5-47F3-90F0-B71A4B2C1725}" dt="2026-03-17T18:45:28.523" v="21" actId="20577"/>
      <pc:docMkLst>
        <pc:docMk/>
      </pc:docMkLst>
      <pc:sldChg chg="addSp modSp mod">
        <pc:chgData name="Sandhya Jagtap" userId="5487c2ad-ecc8-463a-9183-041d8eae5eaa" providerId="ADAL" clId="{D919EFDB-08B5-47F3-90F0-B71A4B2C1725}" dt="2026-03-17T18:45:28.523" v="21" actId="20577"/>
        <pc:sldMkLst>
          <pc:docMk/>
          <pc:sldMk cId="0" sldId="262"/>
        </pc:sldMkLst>
        <pc:spChg chg="mod">
          <ac:chgData name="Sandhya Jagtap" userId="5487c2ad-ecc8-463a-9183-041d8eae5eaa" providerId="ADAL" clId="{D919EFDB-08B5-47F3-90F0-B71A4B2C1725}" dt="2026-03-17T18:45:28.523" v="21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Sandhya Jagtap" userId="5487c2ad-ecc8-463a-9183-041d8eae5eaa" providerId="ADAL" clId="{D919EFDB-08B5-47F3-90F0-B71A4B2C1725}" dt="2026-03-17T18:44:17.121" v="2"/>
          <ac:spMkLst>
            <pc:docMk/>
            <pc:sldMk cId="0" sldId="262"/>
            <ac:spMk id="4" creationId="{A83A1658-FD0C-8E93-C378-EA6589B7324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FE7B88-5746-4C02-B05E-5A76392B53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64663F1D-E2A6-435C-93E2-EFAFB0D709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Grade 5 Students</a:t>
          </a:r>
        </a:p>
      </dgm:t>
    </dgm:pt>
    <dgm:pt modelId="{7C0A5C2E-D396-4565-802B-AC9D63F5C471}" type="parTrans" cxnId="{4ADB2988-BAA3-4866-A2FB-3FA5BD1C66E1}">
      <dgm:prSet/>
      <dgm:spPr/>
      <dgm:t>
        <a:bodyPr/>
        <a:lstStyle/>
        <a:p>
          <a:endParaRPr lang="en-US"/>
        </a:p>
      </dgm:t>
    </dgm:pt>
    <dgm:pt modelId="{942FBFCC-8CD6-457A-BBD1-95B3996DF2F0}" type="sibTrans" cxnId="{4ADB2988-BAA3-4866-A2FB-3FA5BD1C66E1}">
      <dgm:prSet phldrT="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17DA8D-9B2F-4462-A6C5-05D85F27CC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Subject: Marathi</a:t>
          </a:r>
        </a:p>
      </dgm:t>
    </dgm:pt>
    <dgm:pt modelId="{1E6592A7-B3DE-4093-A139-C76D1CE73CAE}" type="parTrans" cxnId="{DFB57932-C1B2-419D-8EFC-E1C57C14B977}">
      <dgm:prSet/>
      <dgm:spPr/>
      <dgm:t>
        <a:bodyPr/>
        <a:lstStyle/>
        <a:p>
          <a:endParaRPr lang="en-US"/>
        </a:p>
      </dgm:t>
    </dgm:pt>
    <dgm:pt modelId="{AA461FD4-51D4-4D6E-9235-E8491C74D6D1}" type="sibTrans" cxnId="{DFB57932-C1B2-419D-8EFC-E1C57C14B977}">
      <dgm:prSet phldrT="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F44A9B-9F95-4D43-A1ED-4F9ECEC2B7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Focus: Vocabulary Enhancement</a:t>
          </a:r>
        </a:p>
      </dgm:t>
    </dgm:pt>
    <dgm:pt modelId="{DC8DBE27-D7D0-4266-9681-8B3C990C92A1}" type="parTrans" cxnId="{EBA64C94-AB13-471D-AD0D-01390653E668}">
      <dgm:prSet/>
      <dgm:spPr/>
      <dgm:t>
        <a:bodyPr/>
        <a:lstStyle/>
        <a:p>
          <a:endParaRPr lang="en-US"/>
        </a:p>
      </dgm:t>
    </dgm:pt>
    <dgm:pt modelId="{258E1EAF-3CCB-45E8-B113-CFCCBAF3B8D1}" type="sibTrans" cxnId="{EBA64C94-AB13-471D-AD0D-01390653E668}">
      <dgm:prSet phldrT="3" phldr="0"/>
      <dgm:spPr/>
      <dgm:t>
        <a:bodyPr/>
        <a:lstStyle/>
        <a:p>
          <a:endParaRPr lang="en-US"/>
        </a:p>
      </dgm:t>
    </dgm:pt>
    <dgm:pt modelId="{092618C6-5ADA-41A1-AFBD-3F7104B9528A}" type="pres">
      <dgm:prSet presAssocID="{66FE7B88-5746-4C02-B05E-5A76392B53E7}" presName="root" presStyleCnt="0">
        <dgm:presLayoutVars>
          <dgm:dir/>
          <dgm:resizeHandles val="exact"/>
        </dgm:presLayoutVars>
      </dgm:prSet>
      <dgm:spPr/>
    </dgm:pt>
    <dgm:pt modelId="{17F1F880-E2B0-46D2-9CF9-FBAF5141DCB8}" type="pres">
      <dgm:prSet presAssocID="{66FE7B88-5746-4C02-B05E-5A76392B53E7}" presName="container" presStyleCnt="0">
        <dgm:presLayoutVars>
          <dgm:dir/>
          <dgm:resizeHandles val="exact"/>
        </dgm:presLayoutVars>
      </dgm:prSet>
      <dgm:spPr/>
    </dgm:pt>
    <dgm:pt modelId="{311A8B19-5FDD-46AE-89DF-CD69172477FE}" type="pres">
      <dgm:prSet presAssocID="{64663F1D-E2A6-435C-93E2-EFAFB0D70974}" presName="compNode" presStyleCnt="0"/>
      <dgm:spPr/>
    </dgm:pt>
    <dgm:pt modelId="{8EB4CC1C-89A9-4775-AACB-E18CEB4DF735}" type="pres">
      <dgm:prSet presAssocID="{64663F1D-E2A6-435C-93E2-EFAFB0D70974}" presName="iconBgRect" presStyleLbl="bgShp" presStyleIdx="0" presStyleCnt="3"/>
      <dgm:spPr/>
    </dgm:pt>
    <dgm:pt modelId="{6D51F84F-F8A0-4DFD-95EE-6840F93EC635}" type="pres">
      <dgm:prSet presAssocID="{64663F1D-E2A6-435C-93E2-EFAFB0D709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2F528A5-D316-4422-9A3C-CB492873D341}" type="pres">
      <dgm:prSet presAssocID="{64663F1D-E2A6-435C-93E2-EFAFB0D70974}" presName="spaceRect" presStyleCnt="0"/>
      <dgm:spPr/>
    </dgm:pt>
    <dgm:pt modelId="{EA36B380-D475-45EB-8226-5E1D80EF512F}" type="pres">
      <dgm:prSet presAssocID="{64663F1D-E2A6-435C-93E2-EFAFB0D70974}" presName="textRect" presStyleLbl="revTx" presStyleIdx="0" presStyleCnt="3">
        <dgm:presLayoutVars>
          <dgm:chMax val="1"/>
          <dgm:chPref val="1"/>
        </dgm:presLayoutVars>
      </dgm:prSet>
      <dgm:spPr/>
    </dgm:pt>
    <dgm:pt modelId="{6927BBAC-04D0-41D9-8711-DA75D0653851}" type="pres">
      <dgm:prSet presAssocID="{942FBFCC-8CD6-457A-BBD1-95B3996DF2F0}" presName="sibTrans" presStyleLbl="sibTrans2D1" presStyleIdx="0" presStyleCnt="0"/>
      <dgm:spPr/>
    </dgm:pt>
    <dgm:pt modelId="{698D5A7D-0E74-46B3-9DE2-AE8FCC9E7EDA}" type="pres">
      <dgm:prSet presAssocID="{1917DA8D-9B2F-4462-A6C5-05D85F27CC2F}" presName="compNode" presStyleCnt="0"/>
      <dgm:spPr/>
    </dgm:pt>
    <dgm:pt modelId="{F1322EB7-EBEC-485E-BE48-42ED127792CF}" type="pres">
      <dgm:prSet presAssocID="{1917DA8D-9B2F-4462-A6C5-05D85F27CC2F}" presName="iconBgRect" presStyleLbl="bgShp" presStyleIdx="1" presStyleCnt="3"/>
      <dgm:spPr/>
    </dgm:pt>
    <dgm:pt modelId="{2D8CD971-29AC-4F92-9AE3-DED5AE3342F5}" type="pres">
      <dgm:prSet presAssocID="{1917DA8D-9B2F-4462-A6C5-05D85F27CC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70278A63-053D-4A7D-9E96-F959FB6142E1}" type="pres">
      <dgm:prSet presAssocID="{1917DA8D-9B2F-4462-A6C5-05D85F27CC2F}" presName="spaceRect" presStyleCnt="0"/>
      <dgm:spPr/>
    </dgm:pt>
    <dgm:pt modelId="{A374E102-A038-4D6D-B935-222F1165E55D}" type="pres">
      <dgm:prSet presAssocID="{1917DA8D-9B2F-4462-A6C5-05D85F27CC2F}" presName="textRect" presStyleLbl="revTx" presStyleIdx="1" presStyleCnt="3">
        <dgm:presLayoutVars>
          <dgm:chMax val="1"/>
          <dgm:chPref val="1"/>
        </dgm:presLayoutVars>
      </dgm:prSet>
      <dgm:spPr/>
    </dgm:pt>
    <dgm:pt modelId="{8AE224D4-0907-428B-8266-8C09F54E9E65}" type="pres">
      <dgm:prSet presAssocID="{AA461FD4-51D4-4D6E-9235-E8491C74D6D1}" presName="sibTrans" presStyleLbl="sibTrans2D1" presStyleIdx="0" presStyleCnt="0"/>
      <dgm:spPr/>
    </dgm:pt>
    <dgm:pt modelId="{9EB8F239-DDE0-4769-B289-FA477EC0BC79}" type="pres">
      <dgm:prSet presAssocID="{7BF44A9B-9F95-4D43-A1ED-4F9ECEC2B7E1}" presName="compNode" presStyleCnt="0"/>
      <dgm:spPr/>
    </dgm:pt>
    <dgm:pt modelId="{4A49F0CA-1CF3-4965-81BD-EEDDFC5D58CD}" type="pres">
      <dgm:prSet presAssocID="{7BF44A9B-9F95-4D43-A1ED-4F9ECEC2B7E1}" presName="iconBgRect" presStyleLbl="bgShp" presStyleIdx="2" presStyleCnt="3"/>
      <dgm:spPr/>
    </dgm:pt>
    <dgm:pt modelId="{55C7B1F8-CC94-4509-BF72-EE8634989215}" type="pres">
      <dgm:prSet presAssocID="{7BF44A9B-9F95-4D43-A1ED-4F9ECEC2B7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05855EB-CD52-48D4-BC12-F3858DAD0F12}" type="pres">
      <dgm:prSet presAssocID="{7BF44A9B-9F95-4D43-A1ED-4F9ECEC2B7E1}" presName="spaceRect" presStyleCnt="0"/>
      <dgm:spPr/>
    </dgm:pt>
    <dgm:pt modelId="{C7CA3B92-AD0A-404D-8106-5A5CD1CC2685}" type="pres">
      <dgm:prSet presAssocID="{7BF44A9B-9F95-4D43-A1ED-4F9ECEC2B7E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31D131-82EF-476F-A949-17B6E6F0F7BB}" type="presOf" srcId="{66FE7B88-5746-4C02-B05E-5A76392B53E7}" destId="{092618C6-5ADA-41A1-AFBD-3F7104B9528A}" srcOrd="0" destOrd="0" presId="urn:microsoft.com/office/officeart/2018/2/layout/IconCircleList"/>
    <dgm:cxn modelId="{DFB57932-C1B2-419D-8EFC-E1C57C14B977}" srcId="{66FE7B88-5746-4C02-B05E-5A76392B53E7}" destId="{1917DA8D-9B2F-4462-A6C5-05D85F27CC2F}" srcOrd="1" destOrd="0" parTransId="{1E6592A7-B3DE-4093-A139-C76D1CE73CAE}" sibTransId="{AA461FD4-51D4-4D6E-9235-E8491C74D6D1}"/>
    <dgm:cxn modelId="{C23F4C58-2F12-4E36-B1EB-CC64818281CF}" type="presOf" srcId="{7BF44A9B-9F95-4D43-A1ED-4F9ECEC2B7E1}" destId="{C7CA3B92-AD0A-404D-8106-5A5CD1CC2685}" srcOrd="0" destOrd="0" presId="urn:microsoft.com/office/officeart/2018/2/layout/IconCircleList"/>
    <dgm:cxn modelId="{F44C767B-807C-4EF5-900C-44A518303CBB}" type="presOf" srcId="{1917DA8D-9B2F-4462-A6C5-05D85F27CC2F}" destId="{A374E102-A038-4D6D-B935-222F1165E55D}" srcOrd="0" destOrd="0" presId="urn:microsoft.com/office/officeart/2018/2/layout/IconCircleList"/>
    <dgm:cxn modelId="{4ADB2988-BAA3-4866-A2FB-3FA5BD1C66E1}" srcId="{66FE7B88-5746-4C02-B05E-5A76392B53E7}" destId="{64663F1D-E2A6-435C-93E2-EFAFB0D70974}" srcOrd="0" destOrd="0" parTransId="{7C0A5C2E-D396-4565-802B-AC9D63F5C471}" sibTransId="{942FBFCC-8CD6-457A-BBD1-95B3996DF2F0}"/>
    <dgm:cxn modelId="{CCDEA089-6A53-47DD-A4E1-61356C56E5DA}" type="presOf" srcId="{942FBFCC-8CD6-457A-BBD1-95B3996DF2F0}" destId="{6927BBAC-04D0-41D9-8711-DA75D0653851}" srcOrd="0" destOrd="0" presId="urn:microsoft.com/office/officeart/2018/2/layout/IconCircleList"/>
    <dgm:cxn modelId="{9B50C393-12FF-401C-887F-DF08082FDA32}" type="presOf" srcId="{AA461FD4-51D4-4D6E-9235-E8491C74D6D1}" destId="{8AE224D4-0907-428B-8266-8C09F54E9E65}" srcOrd="0" destOrd="0" presId="urn:microsoft.com/office/officeart/2018/2/layout/IconCircleList"/>
    <dgm:cxn modelId="{EBA64C94-AB13-471D-AD0D-01390653E668}" srcId="{66FE7B88-5746-4C02-B05E-5A76392B53E7}" destId="{7BF44A9B-9F95-4D43-A1ED-4F9ECEC2B7E1}" srcOrd="2" destOrd="0" parTransId="{DC8DBE27-D7D0-4266-9681-8B3C990C92A1}" sibTransId="{258E1EAF-3CCB-45E8-B113-CFCCBAF3B8D1}"/>
    <dgm:cxn modelId="{F9D5D0A8-FF9B-44D0-9FC1-B3ED2B458C7B}" type="presOf" srcId="{64663F1D-E2A6-435C-93E2-EFAFB0D70974}" destId="{EA36B380-D475-45EB-8226-5E1D80EF512F}" srcOrd="0" destOrd="0" presId="urn:microsoft.com/office/officeart/2018/2/layout/IconCircleList"/>
    <dgm:cxn modelId="{5973AFF7-E233-4D62-833F-55A234B64AAC}" type="presParOf" srcId="{092618C6-5ADA-41A1-AFBD-3F7104B9528A}" destId="{17F1F880-E2B0-46D2-9CF9-FBAF5141DCB8}" srcOrd="0" destOrd="0" presId="urn:microsoft.com/office/officeart/2018/2/layout/IconCircleList"/>
    <dgm:cxn modelId="{13248BAF-FD79-4879-9789-9136F9118FD4}" type="presParOf" srcId="{17F1F880-E2B0-46D2-9CF9-FBAF5141DCB8}" destId="{311A8B19-5FDD-46AE-89DF-CD69172477FE}" srcOrd="0" destOrd="0" presId="urn:microsoft.com/office/officeart/2018/2/layout/IconCircleList"/>
    <dgm:cxn modelId="{8052E3DB-52DB-4065-A958-B5C615026A54}" type="presParOf" srcId="{311A8B19-5FDD-46AE-89DF-CD69172477FE}" destId="{8EB4CC1C-89A9-4775-AACB-E18CEB4DF735}" srcOrd="0" destOrd="0" presId="urn:microsoft.com/office/officeart/2018/2/layout/IconCircleList"/>
    <dgm:cxn modelId="{D188115E-ECE3-46DE-98F1-D98C11A4A94B}" type="presParOf" srcId="{311A8B19-5FDD-46AE-89DF-CD69172477FE}" destId="{6D51F84F-F8A0-4DFD-95EE-6840F93EC635}" srcOrd="1" destOrd="0" presId="urn:microsoft.com/office/officeart/2018/2/layout/IconCircleList"/>
    <dgm:cxn modelId="{73A20B7A-3811-49C1-8940-17E7648CE8E4}" type="presParOf" srcId="{311A8B19-5FDD-46AE-89DF-CD69172477FE}" destId="{22F528A5-D316-4422-9A3C-CB492873D341}" srcOrd="2" destOrd="0" presId="urn:microsoft.com/office/officeart/2018/2/layout/IconCircleList"/>
    <dgm:cxn modelId="{D88D2B2D-F3C0-4446-A0A7-7871D56F9862}" type="presParOf" srcId="{311A8B19-5FDD-46AE-89DF-CD69172477FE}" destId="{EA36B380-D475-45EB-8226-5E1D80EF512F}" srcOrd="3" destOrd="0" presId="urn:microsoft.com/office/officeart/2018/2/layout/IconCircleList"/>
    <dgm:cxn modelId="{DC3012FC-B4CB-4C9E-A4C7-73630EB72549}" type="presParOf" srcId="{17F1F880-E2B0-46D2-9CF9-FBAF5141DCB8}" destId="{6927BBAC-04D0-41D9-8711-DA75D0653851}" srcOrd="1" destOrd="0" presId="urn:microsoft.com/office/officeart/2018/2/layout/IconCircleList"/>
    <dgm:cxn modelId="{45A8E20E-DBA7-4873-AFAA-C01A337346C4}" type="presParOf" srcId="{17F1F880-E2B0-46D2-9CF9-FBAF5141DCB8}" destId="{698D5A7D-0E74-46B3-9DE2-AE8FCC9E7EDA}" srcOrd="2" destOrd="0" presId="urn:microsoft.com/office/officeart/2018/2/layout/IconCircleList"/>
    <dgm:cxn modelId="{7D584AF1-2C52-4CD0-8E17-F8FF0D27EA21}" type="presParOf" srcId="{698D5A7D-0E74-46B3-9DE2-AE8FCC9E7EDA}" destId="{F1322EB7-EBEC-485E-BE48-42ED127792CF}" srcOrd="0" destOrd="0" presId="urn:microsoft.com/office/officeart/2018/2/layout/IconCircleList"/>
    <dgm:cxn modelId="{D73CDF74-D0E2-4A9B-AF8D-C3CF6E5622CC}" type="presParOf" srcId="{698D5A7D-0E74-46B3-9DE2-AE8FCC9E7EDA}" destId="{2D8CD971-29AC-4F92-9AE3-DED5AE3342F5}" srcOrd="1" destOrd="0" presId="urn:microsoft.com/office/officeart/2018/2/layout/IconCircleList"/>
    <dgm:cxn modelId="{77261FD1-9F2C-45EE-BE83-0C3F7DA8E31E}" type="presParOf" srcId="{698D5A7D-0E74-46B3-9DE2-AE8FCC9E7EDA}" destId="{70278A63-053D-4A7D-9E96-F959FB6142E1}" srcOrd="2" destOrd="0" presId="urn:microsoft.com/office/officeart/2018/2/layout/IconCircleList"/>
    <dgm:cxn modelId="{7F5EA034-C68D-4787-8B2D-3DC5CABC7C2D}" type="presParOf" srcId="{698D5A7D-0E74-46B3-9DE2-AE8FCC9E7EDA}" destId="{A374E102-A038-4D6D-B935-222F1165E55D}" srcOrd="3" destOrd="0" presId="urn:microsoft.com/office/officeart/2018/2/layout/IconCircleList"/>
    <dgm:cxn modelId="{1B01ACF9-BF66-4E7F-98E3-0CDB7B485E3D}" type="presParOf" srcId="{17F1F880-E2B0-46D2-9CF9-FBAF5141DCB8}" destId="{8AE224D4-0907-428B-8266-8C09F54E9E65}" srcOrd="3" destOrd="0" presId="urn:microsoft.com/office/officeart/2018/2/layout/IconCircleList"/>
    <dgm:cxn modelId="{8181D50C-EFF7-47BB-B53A-303353D18658}" type="presParOf" srcId="{17F1F880-E2B0-46D2-9CF9-FBAF5141DCB8}" destId="{9EB8F239-DDE0-4769-B289-FA477EC0BC79}" srcOrd="4" destOrd="0" presId="urn:microsoft.com/office/officeart/2018/2/layout/IconCircleList"/>
    <dgm:cxn modelId="{6E8C4B15-EDB2-4FE3-8862-4E5CDA1C6678}" type="presParOf" srcId="{9EB8F239-DDE0-4769-B289-FA477EC0BC79}" destId="{4A49F0CA-1CF3-4965-81BD-EEDDFC5D58CD}" srcOrd="0" destOrd="0" presId="urn:microsoft.com/office/officeart/2018/2/layout/IconCircleList"/>
    <dgm:cxn modelId="{E3BE031C-AAF7-4002-8288-C6223FED0932}" type="presParOf" srcId="{9EB8F239-DDE0-4769-B289-FA477EC0BC79}" destId="{55C7B1F8-CC94-4509-BF72-EE8634989215}" srcOrd="1" destOrd="0" presId="urn:microsoft.com/office/officeart/2018/2/layout/IconCircleList"/>
    <dgm:cxn modelId="{32234766-AD97-48FA-86AD-448AA03C680B}" type="presParOf" srcId="{9EB8F239-DDE0-4769-B289-FA477EC0BC79}" destId="{D05855EB-CD52-48D4-BC12-F3858DAD0F12}" srcOrd="2" destOrd="0" presId="urn:microsoft.com/office/officeart/2018/2/layout/IconCircleList"/>
    <dgm:cxn modelId="{36EC4C16-4FAA-42FD-A4FF-9A7C868C2816}" type="presParOf" srcId="{9EB8F239-DDE0-4769-B289-FA477EC0BC79}" destId="{C7CA3B92-AD0A-404D-8106-5A5CD1CC268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22D601-9BFD-4694-AA38-CF797AAA1D6A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CDA1BA3-634D-4A7A-94D1-E3A4631EC725}">
      <dgm:prSet/>
      <dgm:spPr/>
      <dgm:t>
        <a:bodyPr/>
        <a:lstStyle/>
        <a:p>
          <a:r>
            <a:rPr lang="en-US" b="1" dirty="0"/>
            <a:t>Students struggle because</a:t>
          </a:r>
          <a:r>
            <a:rPr lang="en-US" dirty="0"/>
            <a:t>:</a:t>
          </a:r>
        </a:p>
      </dgm:t>
    </dgm:pt>
    <dgm:pt modelId="{D8B52761-E1A6-43A2-A38C-530589CA0E9C}" type="parTrans" cxnId="{28DC974D-F6F3-44E3-868B-6566C8478858}">
      <dgm:prSet/>
      <dgm:spPr/>
      <dgm:t>
        <a:bodyPr/>
        <a:lstStyle/>
        <a:p>
          <a:endParaRPr lang="en-US"/>
        </a:p>
      </dgm:t>
    </dgm:pt>
    <dgm:pt modelId="{1978A16A-E1F3-4AAB-B20A-7C89C9F71321}" type="sibTrans" cxnId="{28DC974D-F6F3-44E3-868B-6566C8478858}">
      <dgm:prSet/>
      <dgm:spPr/>
      <dgm:t>
        <a:bodyPr/>
        <a:lstStyle/>
        <a:p>
          <a:endParaRPr lang="en-US"/>
        </a:p>
      </dgm:t>
    </dgm:pt>
    <dgm:pt modelId="{E9F3895C-EE83-4414-BB3E-BB65EE33B734}">
      <dgm:prSet/>
      <dgm:spPr/>
      <dgm:t>
        <a:bodyPr/>
        <a:lstStyle/>
        <a:p>
          <a:r>
            <a:rPr lang="en-US" dirty="0"/>
            <a:t>Not speaking Marathi at home</a:t>
          </a:r>
        </a:p>
      </dgm:t>
    </dgm:pt>
    <dgm:pt modelId="{D359B254-4432-4992-B4DB-6967CB5CCA04}" type="parTrans" cxnId="{5D05DD0B-A847-4247-A802-2C2F0F664BB9}">
      <dgm:prSet/>
      <dgm:spPr/>
      <dgm:t>
        <a:bodyPr/>
        <a:lstStyle/>
        <a:p>
          <a:endParaRPr lang="en-US"/>
        </a:p>
      </dgm:t>
    </dgm:pt>
    <dgm:pt modelId="{E199C212-FBB0-4A81-A1AA-5279380CBD2A}" type="sibTrans" cxnId="{5D05DD0B-A847-4247-A802-2C2F0F664BB9}">
      <dgm:prSet/>
      <dgm:spPr/>
      <dgm:t>
        <a:bodyPr/>
        <a:lstStyle/>
        <a:p>
          <a:endParaRPr lang="en-US"/>
        </a:p>
      </dgm:t>
    </dgm:pt>
    <dgm:pt modelId="{488AADD5-3B2A-457A-A2DB-BA50ED17AB88}">
      <dgm:prSet/>
      <dgm:spPr/>
      <dgm:t>
        <a:bodyPr/>
        <a:lstStyle/>
        <a:p>
          <a:r>
            <a:rPr lang="en-US" dirty="0"/>
            <a:t>New admissions</a:t>
          </a:r>
        </a:p>
      </dgm:t>
    </dgm:pt>
    <dgm:pt modelId="{6180AFCF-74CF-4170-8A28-26CFD7A7E43A}" type="parTrans" cxnId="{E54C1623-FB59-41A1-917A-2C3764E3ED0E}">
      <dgm:prSet/>
      <dgm:spPr/>
      <dgm:t>
        <a:bodyPr/>
        <a:lstStyle/>
        <a:p>
          <a:endParaRPr lang="en-US"/>
        </a:p>
      </dgm:t>
    </dgm:pt>
    <dgm:pt modelId="{5200EB9B-1470-4BF9-8158-8081DE4D3396}" type="sibTrans" cxnId="{E54C1623-FB59-41A1-917A-2C3764E3ED0E}">
      <dgm:prSet/>
      <dgm:spPr/>
      <dgm:t>
        <a:bodyPr/>
        <a:lstStyle/>
        <a:p>
          <a:endParaRPr lang="en-US"/>
        </a:p>
      </dgm:t>
    </dgm:pt>
    <dgm:pt modelId="{D371F427-CA4F-48BB-B024-1D2421533A74}">
      <dgm:prSet/>
      <dgm:spPr/>
      <dgm:t>
        <a:bodyPr/>
        <a:lstStyle/>
        <a:p>
          <a:r>
            <a:rPr lang="en-US" dirty="0"/>
            <a:t>No prior Marathi learning</a:t>
          </a:r>
        </a:p>
      </dgm:t>
    </dgm:pt>
    <dgm:pt modelId="{3B0A1388-B7F6-42BF-85F7-DBBAD2CCB18A}" type="parTrans" cxnId="{A6704099-125A-41A6-8149-4C9F439D24B9}">
      <dgm:prSet/>
      <dgm:spPr/>
      <dgm:t>
        <a:bodyPr/>
        <a:lstStyle/>
        <a:p>
          <a:endParaRPr lang="en-US"/>
        </a:p>
      </dgm:t>
    </dgm:pt>
    <dgm:pt modelId="{939247DC-40AA-4371-A922-EA4EF71CA6BD}" type="sibTrans" cxnId="{A6704099-125A-41A6-8149-4C9F439D24B9}">
      <dgm:prSet/>
      <dgm:spPr/>
      <dgm:t>
        <a:bodyPr/>
        <a:lstStyle/>
        <a:p>
          <a:endParaRPr lang="en-US"/>
        </a:p>
      </dgm:t>
    </dgm:pt>
    <dgm:pt modelId="{E02DF80D-E90D-492E-9EE2-DCA2C283FB20}" type="pres">
      <dgm:prSet presAssocID="{EE22D601-9BFD-4694-AA38-CF797AAA1D6A}" presName="vert0" presStyleCnt="0">
        <dgm:presLayoutVars>
          <dgm:dir/>
          <dgm:animOne val="branch"/>
          <dgm:animLvl val="lvl"/>
        </dgm:presLayoutVars>
      </dgm:prSet>
      <dgm:spPr/>
    </dgm:pt>
    <dgm:pt modelId="{15ACF0DB-EBC9-41D4-9A63-1F879E95FDE8}" type="pres">
      <dgm:prSet presAssocID="{7CDA1BA3-634D-4A7A-94D1-E3A4631EC725}" presName="thickLine" presStyleLbl="alignNode1" presStyleIdx="0" presStyleCnt="4"/>
      <dgm:spPr/>
    </dgm:pt>
    <dgm:pt modelId="{34A7EA44-FB4D-45BC-A321-A3A2CC8133E1}" type="pres">
      <dgm:prSet presAssocID="{7CDA1BA3-634D-4A7A-94D1-E3A4631EC725}" presName="horz1" presStyleCnt="0"/>
      <dgm:spPr/>
    </dgm:pt>
    <dgm:pt modelId="{218432DE-B099-41EA-91C2-90B33E541344}" type="pres">
      <dgm:prSet presAssocID="{7CDA1BA3-634D-4A7A-94D1-E3A4631EC725}" presName="tx1" presStyleLbl="revTx" presStyleIdx="0" presStyleCnt="4"/>
      <dgm:spPr/>
    </dgm:pt>
    <dgm:pt modelId="{FBEEF4C3-71BD-42B1-9DEE-F0468AED003C}" type="pres">
      <dgm:prSet presAssocID="{7CDA1BA3-634D-4A7A-94D1-E3A4631EC725}" presName="vert1" presStyleCnt="0"/>
      <dgm:spPr/>
    </dgm:pt>
    <dgm:pt modelId="{97178A8D-A4BA-4717-814F-0270BCA0829D}" type="pres">
      <dgm:prSet presAssocID="{E9F3895C-EE83-4414-BB3E-BB65EE33B734}" presName="thickLine" presStyleLbl="alignNode1" presStyleIdx="1" presStyleCnt="4"/>
      <dgm:spPr/>
    </dgm:pt>
    <dgm:pt modelId="{06FD999A-AE02-4C6F-9C17-72DFDD4F1712}" type="pres">
      <dgm:prSet presAssocID="{E9F3895C-EE83-4414-BB3E-BB65EE33B734}" presName="horz1" presStyleCnt="0"/>
      <dgm:spPr/>
    </dgm:pt>
    <dgm:pt modelId="{1C7ED77C-954A-4D72-979D-694C184DF1A5}" type="pres">
      <dgm:prSet presAssocID="{E9F3895C-EE83-4414-BB3E-BB65EE33B734}" presName="tx1" presStyleLbl="revTx" presStyleIdx="1" presStyleCnt="4"/>
      <dgm:spPr/>
    </dgm:pt>
    <dgm:pt modelId="{5CDCD580-75FF-4A38-A44C-6890F66E8557}" type="pres">
      <dgm:prSet presAssocID="{E9F3895C-EE83-4414-BB3E-BB65EE33B734}" presName="vert1" presStyleCnt="0"/>
      <dgm:spPr/>
    </dgm:pt>
    <dgm:pt modelId="{C1BF2289-87FB-4B29-B1D0-0CCCD9F930A0}" type="pres">
      <dgm:prSet presAssocID="{488AADD5-3B2A-457A-A2DB-BA50ED17AB88}" presName="thickLine" presStyleLbl="alignNode1" presStyleIdx="2" presStyleCnt="4"/>
      <dgm:spPr/>
    </dgm:pt>
    <dgm:pt modelId="{0A64ABD8-18BD-41C5-9D5C-96613CF133EC}" type="pres">
      <dgm:prSet presAssocID="{488AADD5-3B2A-457A-A2DB-BA50ED17AB88}" presName="horz1" presStyleCnt="0"/>
      <dgm:spPr/>
    </dgm:pt>
    <dgm:pt modelId="{4500416A-A987-466C-8DC4-EAEB914D3C37}" type="pres">
      <dgm:prSet presAssocID="{488AADD5-3B2A-457A-A2DB-BA50ED17AB88}" presName="tx1" presStyleLbl="revTx" presStyleIdx="2" presStyleCnt="4"/>
      <dgm:spPr/>
    </dgm:pt>
    <dgm:pt modelId="{BF28C571-79A6-4CBC-A50F-0E0E52A38E7E}" type="pres">
      <dgm:prSet presAssocID="{488AADD5-3B2A-457A-A2DB-BA50ED17AB88}" presName="vert1" presStyleCnt="0"/>
      <dgm:spPr/>
    </dgm:pt>
    <dgm:pt modelId="{E55C7FEF-CB63-4112-850E-DADB8F62B3D0}" type="pres">
      <dgm:prSet presAssocID="{D371F427-CA4F-48BB-B024-1D2421533A74}" presName="thickLine" presStyleLbl="alignNode1" presStyleIdx="3" presStyleCnt="4"/>
      <dgm:spPr/>
    </dgm:pt>
    <dgm:pt modelId="{783072D0-0C86-4A61-9B62-31ED3112FAEA}" type="pres">
      <dgm:prSet presAssocID="{D371F427-CA4F-48BB-B024-1D2421533A74}" presName="horz1" presStyleCnt="0"/>
      <dgm:spPr/>
    </dgm:pt>
    <dgm:pt modelId="{217A8DB5-8272-4652-BC62-5BD2977737FE}" type="pres">
      <dgm:prSet presAssocID="{D371F427-CA4F-48BB-B024-1D2421533A74}" presName="tx1" presStyleLbl="revTx" presStyleIdx="3" presStyleCnt="4"/>
      <dgm:spPr/>
    </dgm:pt>
    <dgm:pt modelId="{12D05D53-BE8A-4097-A85A-3999E9A21149}" type="pres">
      <dgm:prSet presAssocID="{D371F427-CA4F-48BB-B024-1D2421533A74}" presName="vert1" presStyleCnt="0"/>
      <dgm:spPr/>
    </dgm:pt>
  </dgm:ptLst>
  <dgm:cxnLst>
    <dgm:cxn modelId="{5D05DD0B-A847-4247-A802-2C2F0F664BB9}" srcId="{EE22D601-9BFD-4694-AA38-CF797AAA1D6A}" destId="{E9F3895C-EE83-4414-BB3E-BB65EE33B734}" srcOrd="1" destOrd="0" parTransId="{D359B254-4432-4992-B4DB-6967CB5CCA04}" sibTransId="{E199C212-FBB0-4A81-A1AA-5279380CBD2A}"/>
    <dgm:cxn modelId="{C9DAC414-D9A1-4833-B856-317B38692D0D}" type="presOf" srcId="{7CDA1BA3-634D-4A7A-94D1-E3A4631EC725}" destId="{218432DE-B099-41EA-91C2-90B33E541344}" srcOrd="0" destOrd="0" presId="urn:microsoft.com/office/officeart/2008/layout/LinedList"/>
    <dgm:cxn modelId="{73F03C16-AB16-4FE4-B6DC-30D1207E85FC}" type="presOf" srcId="{488AADD5-3B2A-457A-A2DB-BA50ED17AB88}" destId="{4500416A-A987-466C-8DC4-EAEB914D3C37}" srcOrd="0" destOrd="0" presId="urn:microsoft.com/office/officeart/2008/layout/LinedList"/>
    <dgm:cxn modelId="{E54C1623-FB59-41A1-917A-2C3764E3ED0E}" srcId="{EE22D601-9BFD-4694-AA38-CF797AAA1D6A}" destId="{488AADD5-3B2A-457A-A2DB-BA50ED17AB88}" srcOrd="2" destOrd="0" parTransId="{6180AFCF-74CF-4170-8A28-26CFD7A7E43A}" sibTransId="{5200EB9B-1470-4BF9-8158-8081DE4D3396}"/>
    <dgm:cxn modelId="{28DC974D-F6F3-44E3-868B-6566C8478858}" srcId="{EE22D601-9BFD-4694-AA38-CF797AAA1D6A}" destId="{7CDA1BA3-634D-4A7A-94D1-E3A4631EC725}" srcOrd="0" destOrd="0" parTransId="{D8B52761-E1A6-43A2-A38C-530589CA0E9C}" sibTransId="{1978A16A-E1F3-4AAB-B20A-7C89C9F71321}"/>
    <dgm:cxn modelId="{FD16B186-D400-430A-8914-ED4F8F1D4C6F}" type="presOf" srcId="{D371F427-CA4F-48BB-B024-1D2421533A74}" destId="{217A8DB5-8272-4652-BC62-5BD2977737FE}" srcOrd="0" destOrd="0" presId="urn:microsoft.com/office/officeart/2008/layout/LinedList"/>
    <dgm:cxn modelId="{A6704099-125A-41A6-8149-4C9F439D24B9}" srcId="{EE22D601-9BFD-4694-AA38-CF797AAA1D6A}" destId="{D371F427-CA4F-48BB-B024-1D2421533A74}" srcOrd="3" destOrd="0" parTransId="{3B0A1388-B7F6-42BF-85F7-DBBAD2CCB18A}" sibTransId="{939247DC-40AA-4371-A922-EA4EF71CA6BD}"/>
    <dgm:cxn modelId="{0787E2A6-419C-428C-B05A-B769419D9CD0}" type="presOf" srcId="{E9F3895C-EE83-4414-BB3E-BB65EE33B734}" destId="{1C7ED77C-954A-4D72-979D-694C184DF1A5}" srcOrd="0" destOrd="0" presId="urn:microsoft.com/office/officeart/2008/layout/LinedList"/>
    <dgm:cxn modelId="{D6557CD9-55CF-41BC-ABE7-140CB79C104D}" type="presOf" srcId="{EE22D601-9BFD-4694-AA38-CF797AAA1D6A}" destId="{E02DF80D-E90D-492E-9EE2-DCA2C283FB20}" srcOrd="0" destOrd="0" presId="urn:microsoft.com/office/officeart/2008/layout/LinedList"/>
    <dgm:cxn modelId="{FE0F1DBF-6DE5-4C3B-9060-0822119ED7E4}" type="presParOf" srcId="{E02DF80D-E90D-492E-9EE2-DCA2C283FB20}" destId="{15ACF0DB-EBC9-41D4-9A63-1F879E95FDE8}" srcOrd="0" destOrd="0" presId="urn:microsoft.com/office/officeart/2008/layout/LinedList"/>
    <dgm:cxn modelId="{156EC20D-229E-48E3-95BB-C47DB0721F40}" type="presParOf" srcId="{E02DF80D-E90D-492E-9EE2-DCA2C283FB20}" destId="{34A7EA44-FB4D-45BC-A321-A3A2CC8133E1}" srcOrd="1" destOrd="0" presId="urn:microsoft.com/office/officeart/2008/layout/LinedList"/>
    <dgm:cxn modelId="{E93AFA60-57C3-4015-9A0D-9061A64FAB58}" type="presParOf" srcId="{34A7EA44-FB4D-45BC-A321-A3A2CC8133E1}" destId="{218432DE-B099-41EA-91C2-90B33E541344}" srcOrd="0" destOrd="0" presId="urn:microsoft.com/office/officeart/2008/layout/LinedList"/>
    <dgm:cxn modelId="{DFFCC250-423C-4A28-A7AE-C05F38866730}" type="presParOf" srcId="{34A7EA44-FB4D-45BC-A321-A3A2CC8133E1}" destId="{FBEEF4C3-71BD-42B1-9DEE-F0468AED003C}" srcOrd="1" destOrd="0" presId="urn:microsoft.com/office/officeart/2008/layout/LinedList"/>
    <dgm:cxn modelId="{9364D7DE-38DD-4D17-9D24-5F8517946692}" type="presParOf" srcId="{E02DF80D-E90D-492E-9EE2-DCA2C283FB20}" destId="{97178A8D-A4BA-4717-814F-0270BCA0829D}" srcOrd="2" destOrd="0" presId="urn:microsoft.com/office/officeart/2008/layout/LinedList"/>
    <dgm:cxn modelId="{E828B945-D569-4A74-9FE5-0CFA06D36401}" type="presParOf" srcId="{E02DF80D-E90D-492E-9EE2-DCA2C283FB20}" destId="{06FD999A-AE02-4C6F-9C17-72DFDD4F1712}" srcOrd="3" destOrd="0" presId="urn:microsoft.com/office/officeart/2008/layout/LinedList"/>
    <dgm:cxn modelId="{7121DBEF-CC18-4B4F-A368-626966A6D0E8}" type="presParOf" srcId="{06FD999A-AE02-4C6F-9C17-72DFDD4F1712}" destId="{1C7ED77C-954A-4D72-979D-694C184DF1A5}" srcOrd="0" destOrd="0" presId="urn:microsoft.com/office/officeart/2008/layout/LinedList"/>
    <dgm:cxn modelId="{F9F1CEC8-D557-484C-B9A3-0E96A2EFAB53}" type="presParOf" srcId="{06FD999A-AE02-4C6F-9C17-72DFDD4F1712}" destId="{5CDCD580-75FF-4A38-A44C-6890F66E8557}" srcOrd="1" destOrd="0" presId="urn:microsoft.com/office/officeart/2008/layout/LinedList"/>
    <dgm:cxn modelId="{909719E4-1941-41C8-8CB5-BEA12D331EAD}" type="presParOf" srcId="{E02DF80D-E90D-492E-9EE2-DCA2C283FB20}" destId="{C1BF2289-87FB-4B29-B1D0-0CCCD9F930A0}" srcOrd="4" destOrd="0" presId="urn:microsoft.com/office/officeart/2008/layout/LinedList"/>
    <dgm:cxn modelId="{EF15AAEB-B5ED-44D7-9B2B-FB9D2E560C77}" type="presParOf" srcId="{E02DF80D-E90D-492E-9EE2-DCA2C283FB20}" destId="{0A64ABD8-18BD-41C5-9D5C-96613CF133EC}" srcOrd="5" destOrd="0" presId="urn:microsoft.com/office/officeart/2008/layout/LinedList"/>
    <dgm:cxn modelId="{8EAC833C-471E-4EE5-89DC-07FCC3E0CE34}" type="presParOf" srcId="{0A64ABD8-18BD-41C5-9D5C-96613CF133EC}" destId="{4500416A-A987-466C-8DC4-EAEB914D3C37}" srcOrd="0" destOrd="0" presId="urn:microsoft.com/office/officeart/2008/layout/LinedList"/>
    <dgm:cxn modelId="{6000E7BA-558A-4A52-A935-6834E47890BB}" type="presParOf" srcId="{0A64ABD8-18BD-41C5-9D5C-96613CF133EC}" destId="{BF28C571-79A6-4CBC-A50F-0E0E52A38E7E}" srcOrd="1" destOrd="0" presId="urn:microsoft.com/office/officeart/2008/layout/LinedList"/>
    <dgm:cxn modelId="{D4FC0CA6-FC72-4034-B874-C7DDFF43829B}" type="presParOf" srcId="{E02DF80D-E90D-492E-9EE2-DCA2C283FB20}" destId="{E55C7FEF-CB63-4112-850E-DADB8F62B3D0}" srcOrd="6" destOrd="0" presId="urn:microsoft.com/office/officeart/2008/layout/LinedList"/>
    <dgm:cxn modelId="{B05511BD-CD0B-4FE6-9BD8-4A5B6E22718D}" type="presParOf" srcId="{E02DF80D-E90D-492E-9EE2-DCA2C283FB20}" destId="{783072D0-0C86-4A61-9B62-31ED3112FAEA}" srcOrd="7" destOrd="0" presId="urn:microsoft.com/office/officeart/2008/layout/LinedList"/>
    <dgm:cxn modelId="{76D80AFE-7A67-4392-9B39-5CF1158B1870}" type="presParOf" srcId="{783072D0-0C86-4A61-9B62-31ED3112FAEA}" destId="{217A8DB5-8272-4652-BC62-5BD2977737FE}" srcOrd="0" destOrd="0" presId="urn:microsoft.com/office/officeart/2008/layout/LinedList"/>
    <dgm:cxn modelId="{81745B52-15E0-4C41-922A-49A1C585219B}" type="presParOf" srcId="{783072D0-0C86-4A61-9B62-31ED3112FAEA}" destId="{12D05D53-BE8A-4097-A85A-3999E9A211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4CC1C-89A9-4775-AACB-E18CEB4DF735}">
      <dsp:nvSpPr>
        <dsp:cNvPr id="0" name=""/>
        <dsp:cNvSpPr/>
      </dsp:nvSpPr>
      <dsp:spPr>
        <a:xfrm>
          <a:off x="1113" y="879077"/>
          <a:ext cx="420525" cy="42052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1F84F-F8A0-4DFD-95EE-6840F93EC635}">
      <dsp:nvSpPr>
        <dsp:cNvPr id="0" name=""/>
        <dsp:cNvSpPr/>
      </dsp:nvSpPr>
      <dsp:spPr>
        <a:xfrm>
          <a:off x="89423" y="967387"/>
          <a:ext cx="243904" cy="243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6B380-D475-45EB-8226-5E1D80EF512F}">
      <dsp:nvSpPr>
        <dsp:cNvPr id="0" name=""/>
        <dsp:cNvSpPr/>
      </dsp:nvSpPr>
      <dsp:spPr>
        <a:xfrm>
          <a:off x="511750" y="879077"/>
          <a:ext cx="991237" cy="42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Grade 5 Students</a:t>
          </a:r>
        </a:p>
      </dsp:txBody>
      <dsp:txXfrm>
        <a:off x="511750" y="879077"/>
        <a:ext cx="991237" cy="420525"/>
      </dsp:txXfrm>
    </dsp:sp>
    <dsp:sp modelId="{F1322EB7-EBEC-485E-BE48-42ED127792CF}">
      <dsp:nvSpPr>
        <dsp:cNvPr id="0" name=""/>
        <dsp:cNvSpPr/>
      </dsp:nvSpPr>
      <dsp:spPr>
        <a:xfrm>
          <a:off x="1675703" y="879077"/>
          <a:ext cx="420525" cy="42052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CD971-29AC-4F92-9AE3-DED5AE3342F5}">
      <dsp:nvSpPr>
        <dsp:cNvPr id="0" name=""/>
        <dsp:cNvSpPr/>
      </dsp:nvSpPr>
      <dsp:spPr>
        <a:xfrm>
          <a:off x="1764014" y="967387"/>
          <a:ext cx="243904" cy="243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4E102-A038-4D6D-B935-222F1165E55D}">
      <dsp:nvSpPr>
        <dsp:cNvPr id="0" name=""/>
        <dsp:cNvSpPr/>
      </dsp:nvSpPr>
      <dsp:spPr>
        <a:xfrm>
          <a:off x="2186341" y="879077"/>
          <a:ext cx="991237" cy="42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Subject: Marathi</a:t>
          </a:r>
        </a:p>
      </dsp:txBody>
      <dsp:txXfrm>
        <a:off x="2186341" y="879077"/>
        <a:ext cx="991237" cy="420525"/>
      </dsp:txXfrm>
    </dsp:sp>
    <dsp:sp modelId="{4A49F0CA-1CF3-4965-81BD-EEDDFC5D58CD}">
      <dsp:nvSpPr>
        <dsp:cNvPr id="0" name=""/>
        <dsp:cNvSpPr/>
      </dsp:nvSpPr>
      <dsp:spPr>
        <a:xfrm>
          <a:off x="1113" y="1428595"/>
          <a:ext cx="420525" cy="42052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7B1F8-CC94-4509-BF72-EE8634989215}">
      <dsp:nvSpPr>
        <dsp:cNvPr id="0" name=""/>
        <dsp:cNvSpPr/>
      </dsp:nvSpPr>
      <dsp:spPr>
        <a:xfrm>
          <a:off x="89423" y="1516905"/>
          <a:ext cx="243904" cy="243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A3B92-AD0A-404D-8106-5A5CD1CC2685}">
      <dsp:nvSpPr>
        <dsp:cNvPr id="0" name=""/>
        <dsp:cNvSpPr/>
      </dsp:nvSpPr>
      <dsp:spPr>
        <a:xfrm>
          <a:off x="511750" y="1428595"/>
          <a:ext cx="991237" cy="42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Focus: Vocabulary Enhancement</a:t>
          </a:r>
        </a:p>
      </dsp:txBody>
      <dsp:txXfrm>
        <a:off x="511750" y="1428595"/>
        <a:ext cx="991237" cy="4205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CF0DB-EBC9-41D4-9A63-1F879E95FDE8}">
      <dsp:nvSpPr>
        <dsp:cNvPr id="0" name=""/>
        <dsp:cNvSpPr/>
      </dsp:nvSpPr>
      <dsp:spPr>
        <a:xfrm>
          <a:off x="0" y="0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8432DE-B099-41EA-91C2-90B33E541344}">
      <dsp:nvSpPr>
        <dsp:cNvPr id="0" name=""/>
        <dsp:cNvSpPr/>
      </dsp:nvSpPr>
      <dsp:spPr>
        <a:xfrm>
          <a:off x="0" y="0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Students struggle because</a:t>
          </a:r>
          <a:r>
            <a:rPr lang="en-US" sz="1900" kern="1200" dirty="0"/>
            <a:t>:</a:t>
          </a:r>
        </a:p>
      </dsp:txBody>
      <dsp:txXfrm>
        <a:off x="0" y="0"/>
        <a:ext cx="3178692" cy="682049"/>
      </dsp:txXfrm>
    </dsp:sp>
    <dsp:sp modelId="{97178A8D-A4BA-4717-814F-0270BCA0829D}">
      <dsp:nvSpPr>
        <dsp:cNvPr id="0" name=""/>
        <dsp:cNvSpPr/>
      </dsp:nvSpPr>
      <dsp:spPr>
        <a:xfrm>
          <a:off x="0" y="682049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C7ED77C-954A-4D72-979D-694C184DF1A5}">
      <dsp:nvSpPr>
        <dsp:cNvPr id="0" name=""/>
        <dsp:cNvSpPr/>
      </dsp:nvSpPr>
      <dsp:spPr>
        <a:xfrm>
          <a:off x="0" y="682049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Not speaking Marathi at home</a:t>
          </a:r>
        </a:p>
      </dsp:txBody>
      <dsp:txXfrm>
        <a:off x="0" y="682049"/>
        <a:ext cx="3178692" cy="682049"/>
      </dsp:txXfrm>
    </dsp:sp>
    <dsp:sp modelId="{C1BF2289-87FB-4B29-B1D0-0CCCD9F930A0}">
      <dsp:nvSpPr>
        <dsp:cNvPr id="0" name=""/>
        <dsp:cNvSpPr/>
      </dsp:nvSpPr>
      <dsp:spPr>
        <a:xfrm>
          <a:off x="0" y="1364099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500416A-A987-466C-8DC4-EAEB914D3C37}">
      <dsp:nvSpPr>
        <dsp:cNvPr id="0" name=""/>
        <dsp:cNvSpPr/>
      </dsp:nvSpPr>
      <dsp:spPr>
        <a:xfrm>
          <a:off x="0" y="1364099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New admissions</a:t>
          </a:r>
        </a:p>
      </dsp:txBody>
      <dsp:txXfrm>
        <a:off x="0" y="1364099"/>
        <a:ext cx="3178692" cy="682049"/>
      </dsp:txXfrm>
    </dsp:sp>
    <dsp:sp modelId="{E55C7FEF-CB63-4112-850E-DADB8F62B3D0}">
      <dsp:nvSpPr>
        <dsp:cNvPr id="0" name=""/>
        <dsp:cNvSpPr/>
      </dsp:nvSpPr>
      <dsp:spPr>
        <a:xfrm>
          <a:off x="0" y="2046148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7A8DB5-8272-4652-BC62-5BD2977737FE}">
      <dsp:nvSpPr>
        <dsp:cNvPr id="0" name=""/>
        <dsp:cNvSpPr/>
      </dsp:nvSpPr>
      <dsp:spPr>
        <a:xfrm>
          <a:off x="0" y="2046148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 prior Marathi learning</a:t>
          </a:r>
        </a:p>
      </dsp:txBody>
      <dsp:txXfrm>
        <a:off x="0" y="2046148"/>
        <a:ext cx="3178692" cy="682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Pages/ShareFormPage.aspx?id=CBti8OT-oEOwia5hkWfC9NB6F_eI8kNIv1aOcf_UsMtUOTg3REwwTDVTQU9HVUhMSVBNUlZQWEkwWC4u&amp;sharetoken=2D74dgeUsMWKTbS6worW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40CD7B79-5DFF-8DCE-8D3C-561F2AE3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46" r="19861"/>
          <a:stretch>
            <a:fillRect/>
          </a:stretch>
        </p:blipFill>
        <p:spPr>
          <a:xfrm>
            <a:off x="647723" y="623275"/>
            <a:ext cx="3742809" cy="5607882"/>
          </a:xfrm>
          <a:prstGeom prst="rect">
            <a:avLst/>
          </a:prstGeom>
        </p:spPr>
      </p:pic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900" y="623275"/>
            <a:ext cx="385622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374" y="1188637"/>
            <a:ext cx="3163604" cy="15972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Design Thinking Assisted Hybrid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374" y="2998278"/>
            <a:ext cx="3086079" cy="1893762"/>
          </a:xfrm>
        </p:spPr>
        <p:txBody>
          <a:bodyPr anchor="t">
            <a:normAutofit/>
          </a:bodyPr>
          <a:lstStyle/>
          <a:p>
            <a:r>
              <a:rPr lang="en-IN" sz="1700"/>
              <a:t>Marathi Vocabulary Enhancement (Grade 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7" y="1188637"/>
            <a:ext cx="7488461" cy="1597228"/>
          </a:xfrm>
        </p:spPr>
        <p:txBody>
          <a:bodyPr>
            <a:normAutofit/>
          </a:bodyPr>
          <a:lstStyle/>
          <a:p>
            <a:r>
              <a:rPr lang="en-IN" sz="5200"/>
              <a:t>Introduction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259DBC6B-F716-C035-DE69-05FC9DBF48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35" r="6169" b="-4"/>
          <a:stretch>
            <a:fillRect/>
          </a:stretch>
        </p:blipFill>
        <p:spPr>
          <a:xfrm>
            <a:off x="842517" y="3018327"/>
            <a:ext cx="2650489" cy="27281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2998278"/>
            <a:ext cx="3321177" cy="2728198"/>
          </a:xfrm>
        </p:spPr>
        <p:txBody>
          <a:bodyPr anchor="t">
            <a:normAutofit/>
          </a:bodyPr>
          <a:lstStyle/>
          <a:p>
            <a:r>
              <a:rPr lang="en-US" sz="1700"/>
              <a:t>Design Thinking Approach</a:t>
            </a:r>
          </a:p>
          <a:p>
            <a:r>
              <a:rPr lang="en-US" sz="1700"/>
              <a:t>Hybrid Assessment</a:t>
            </a:r>
          </a:p>
          <a:p>
            <a:r>
              <a:rPr lang="en-US" sz="1700"/>
              <a:t>Focus: Marathi Vocabulary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7" y="1188637"/>
            <a:ext cx="7488461" cy="1597228"/>
          </a:xfrm>
        </p:spPr>
        <p:txBody>
          <a:bodyPr>
            <a:normAutofit/>
          </a:bodyPr>
          <a:lstStyle/>
          <a:p>
            <a:r>
              <a:rPr lang="en-IN" sz="5200"/>
              <a:t>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55EB3-18ED-3E69-C023-ADCE6D5D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" r="10464" b="-1"/>
          <a:stretch>
            <a:fillRect/>
          </a:stretch>
        </p:blipFill>
        <p:spPr>
          <a:xfrm>
            <a:off x="842517" y="3388494"/>
            <a:ext cx="2650489" cy="1987864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982C1B-D5A9-D468-4A54-55C11436E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156709"/>
              </p:ext>
            </p:extLst>
          </p:nvPr>
        </p:nvGraphicFramePr>
        <p:xfrm>
          <a:off x="3941445" y="2998278"/>
          <a:ext cx="3178692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7" y="1188637"/>
            <a:ext cx="7488461" cy="1597228"/>
          </a:xfrm>
        </p:spPr>
        <p:txBody>
          <a:bodyPr>
            <a:normAutofit/>
          </a:bodyPr>
          <a:lstStyle/>
          <a:p>
            <a:r>
              <a:rPr lang="en-IN" sz="5200"/>
              <a:t>Empathize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63A85-1CFD-D691-3654-B444BD148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842517" y="3388494"/>
            <a:ext cx="2650489" cy="1987864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5562CB-CBE3-5B1F-326D-DE4F53117D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938259"/>
              </p:ext>
            </p:extLst>
          </p:nvPr>
        </p:nvGraphicFramePr>
        <p:xfrm>
          <a:off x="3941445" y="2998278"/>
          <a:ext cx="3178692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08993"/>
            <a:ext cx="6923558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0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4582814"/>
            <a:ext cx="5349252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Enhance Marathi vocabulary for effective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Ideate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MS Forms</a:t>
            </a:r>
          </a:p>
          <a:p>
            <a:r>
              <a:rPr lang="en-US" sz="2100"/>
              <a:t>Kahoot/Quizizz</a:t>
            </a:r>
          </a:p>
          <a:p>
            <a:r>
              <a:rPr lang="en-US" sz="2100"/>
              <a:t>Reading Practice</a:t>
            </a:r>
          </a:p>
          <a:p>
            <a:r>
              <a:rPr lang="en-US" sz="2100"/>
              <a:t>Final: AI-based MS Forms + Speaking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MS Forms quiz created</a:t>
            </a:r>
          </a:p>
          <a:p>
            <a:pPr marL="0" indent="0">
              <a:buNone/>
            </a:pPr>
            <a:r>
              <a:rPr lang="en-US" sz="1200" dirty="0">
                <a:hlinkClick r:id="rId2"/>
              </a:rPr>
              <a:t>https://forms.office.com/Pages/ShareFormPage.aspx?id=CBti8OT-oEOwia5hkWfC9NB6F_eI8kNIv1aOcf_UsMtUOTg3REwwTDVTQU9HVUhMSVBNUlZQWEkwWC4u&amp;sharetoken=2D74dgeUsMWKTbS6worW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r>
              <a:rPr lang="en-US" sz="2000" dirty="0"/>
              <a:t>Tested on small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IN" sz="2100"/>
              <a:t>Feedback collected</a:t>
            </a:r>
          </a:p>
          <a:p>
            <a:r>
              <a:rPr lang="en-IN" sz="2100"/>
              <a:t>Modifications made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Final implementation for all students</a:t>
            </a:r>
          </a:p>
          <a:p>
            <a:r>
              <a:rPr lang="en-US" sz="2100"/>
              <a:t>Digital + Oral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Improved vocabulary</a:t>
            </a:r>
          </a:p>
          <a:p>
            <a:r>
              <a:rPr lang="en-US" sz="2100"/>
              <a:t>Better participation</a:t>
            </a:r>
          </a:p>
          <a:p>
            <a:r>
              <a:rPr lang="en-US" sz="2100"/>
              <a:t>Confidence in speaking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129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Design Thinking Assisted Hybrid Assessment</vt:lpstr>
      <vt:lpstr>Introduction</vt:lpstr>
      <vt:lpstr>Scope</vt:lpstr>
      <vt:lpstr>Empathize</vt:lpstr>
      <vt:lpstr>Define</vt:lpstr>
      <vt:lpstr>Ideate</vt:lpstr>
      <vt:lpstr>Prototype</vt:lpstr>
      <vt:lpstr>Validation</vt:lpstr>
      <vt:lpstr>Test</vt:lpstr>
      <vt:lpstr>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Sandhya Jagtap</cp:lastModifiedBy>
  <cp:revision>2</cp:revision>
  <dcterms:created xsi:type="dcterms:W3CDTF">2013-01-27T09:14:16Z</dcterms:created>
  <dcterms:modified xsi:type="dcterms:W3CDTF">2026-03-17T18:45:37Z</dcterms:modified>
  <cp:category/>
</cp:coreProperties>
</file>